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4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6C7B-F428-CC2A-787F-764B26F3E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F50A3-F13D-64CB-B818-5EC3C009E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6AF3C-9C8B-B9D7-22F0-E817B8CD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C0AF9-81E4-119D-3049-1AE0145D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BBFFA-E774-8262-61E9-5DB3062E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1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2BC6-C5AC-40BA-3048-9730D17D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3643-9DAC-9A11-911F-102C4DE8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9105-7B86-C281-6446-E467FD60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745E1-27BE-FD31-7BAA-94FE465B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AE4F-8D6C-3D77-873A-3990479C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2D0A-0FBE-2D25-236A-448A8128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28600-B4F8-A0B7-3EBF-886B7096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154C1-0238-35F1-92D4-D34BE57D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76DDC-DC68-6846-705E-399DF22A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03F3-014F-EF56-C2B4-8EB676CB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0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5667-C3C4-FC69-5CA4-0DB9BF8A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B7EA2-F8B8-3C88-0112-AFDFDCBDF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3C183-A753-3DF6-175C-0DEECE258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1A221-CF7C-40E8-BB78-E3A6F47E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E9352-8539-1665-3BD6-E449B525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0855B-2C6D-F960-A875-454870F4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9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38DE-96F4-A5E9-D23D-11BA4605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CC5EE-D3DE-86F3-7629-B8D73E06D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22262-07AE-ECB4-B9EA-F7293018F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681F7-A188-EDF6-89E6-005DFAB05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0D77A-DEE3-01F3-FF2F-1DB734441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0E44B-FFDD-AEEA-6F60-8DC2F9BB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84B2F-A7F6-B5C7-4E54-4FF96092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CE7E9-F33C-365C-2070-81F1003C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9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0A92-7650-4159-8D1D-F42828AA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C24A7-8BF3-F898-5201-87C3B129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BBD61-A5D2-B183-6854-DE1FEEE5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EE75A-5B10-B5E3-59A1-D7E21E99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14AE8-E1EA-CAFC-AD8B-CF7BD743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07FC4-9ACC-ECDD-213D-84FFF459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492FE-50A1-56BC-7D6B-7CE181BA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8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B4D1-FBF3-0057-4833-E522F756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B421-08C9-7D95-F82E-7A7715DE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B41DB-A7E8-E4C1-1D0E-21734F573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36F8E-576F-02F8-D8C1-ADBAD16BA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1842-4BF9-8C2D-319C-93663CBD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2505F-5A28-97A6-73C3-AD04DD2A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8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C5AC-9E61-649E-362E-B865D40C5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EB8A3-974C-5F3F-9554-B95E215BB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F9D23-BF45-55EE-7989-73E99A933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274CA-3634-6BCB-4A51-DC3B2A91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924C1-6B8B-9503-9B5F-3C67049A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02653-1144-048F-8016-D8B6B42C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6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9EBD-409F-0774-C848-227D8A80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8460B-A424-A30C-C0BF-B5F8DCD40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A398-B3F4-3AE6-8C09-26B62C11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A069-D10F-65F9-EDB5-719E23C2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116D3-8D30-C34C-C551-A87B1BA9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2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BA179-0DF3-8869-5A46-B90EAB214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D0B61-9CC6-572E-5F35-97DBFCA9B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D50E-531C-76C6-B6C5-314D9EF6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05282-9EBA-1B9F-2C19-BB117B6D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B98B3-334D-8167-877C-C5470610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9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DBE6B-4DBF-931E-DB9F-007146A7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C1307-2C15-463D-2162-23C191B5C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1249-665B-1972-39EA-36BABB131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799BF-FBBB-41C5-A903-581280A77EF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7DFD-4AEC-2E0F-A2F2-5E28C490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305D-4A9E-3EF5-368E-A89AF263E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2D359-A4F9-4D87-AD61-EFFEC6666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3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AD9AF7-2622-4748-34A2-3B4FC681E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21" y="3429000"/>
            <a:ext cx="2055360" cy="369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DD357-695B-F539-6736-2E4C45E5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566" y="1433365"/>
            <a:ext cx="4362403" cy="12573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ADC273-F53C-2E85-C59D-CBC13C5D2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954" y="5571459"/>
            <a:ext cx="6014984" cy="105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0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1F857-387E-C969-58BB-4F3FDB0B6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461" y="75946"/>
            <a:ext cx="2423370" cy="698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30D47-3B6F-3ECB-A405-9589B418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9" y="2707796"/>
            <a:ext cx="5295446" cy="961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D7D66C-852B-AF96-3851-C88ED6BD5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9" y="3972330"/>
            <a:ext cx="5503779" cy="1091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C288FA-8CA9-B687-E290-1C0DEA329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090" y="1946830"/>
            <a:ext cx="4147263" cy="1521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57EEC1-2254-0A25-E594-454C0DFD7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090" y="822323"/>
            <a:ext cx="4555575" cy="1225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2B5710-089A-803F-47EF-71F319F86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037" y="940950"/>
            <a:ext cx="4586994" cy="1107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DE6B4-BE34-22B2-A08A-0223B11140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8042" y="4082623"/>
            <a:ext cx="1731577" cy="266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6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13866-2ED8-E8B1-CA18-10898D1A4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678" y="101297"/>
            <a:ext cx="1862221" cy="570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AB335D-8545-EB4D-C924-350B021C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79" y="515580"/>
            <a:ext cx="2636748" cy="312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E37769-AD1B-B534-84AC-6F09D4360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79" y="1864437"/>
            <a:ext cx="6043184" cy="396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9047A5-8D51-7DAD-CDA0-4405D9B9F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76" y="2466493"/>
            <a:ext cx="5883150" cy="1234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07DE57-BB7C-F8F0-2081-9F78CFBB4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76" y="4017772"/>
            <a:ext cx="3787468" cy="1546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62B9CC-6930-A394-5CA9-9E0CB7F5FB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29973"/>
            <a:ext cx="5265876" cy="3657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D87A7D-FF73-01C4-0D7F-29C890AB06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4146" y="515580"/>
            <a:ext cx="4555575" cy="1225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8F9CE1-9425-DA66-F4B0-3AC09DCD6A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6976" y="1940169"/>
            <a:ext cx="2479416" cy="38144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FAFB1D-F323-8851-E892-775B4280CD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417" y="824205"/>
            <a:ext cx="3398815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8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27A5C-26E4-4414-9F7A-3E2C2B85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473" y="0"/>
            <a:ext cx="1638442" cy="480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A9DF8-DE57-5E5D-15F9-D738A6E9C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59" y="566898"/>
            <a:ext cx="2118544" cy="312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028BE-2398-FB14-406B-2C8790000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18" y="975938"/>
            <a:ext cx="3299746" cy="1005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F4D108-55FC-D5D3-A6B1-AA8697A4A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59" y="2078458"/>
            <a:ext cx="3177815" cy="5944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A01B5E-E525-9E5A-244C-E434EDB41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16871"/>
            <a:ext cx="5772131" cy="2106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94C25-1D7A-65AA-5885-D4C6B99DB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862" y="879345"/>
            <a:ext cx="4244708" cy="2110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8324D5-D124-3F37-78FD-21EDABF4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71" y="3181874"/>
            <a:ext cx="5151566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0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A0EB7A-C3BE-85CE-E82C-B9B3376E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745" y="0"/>
            <a:ext cx="3060509" cy="8821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31074B-F37F-D2D1-E9BB-E0F639C28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068" y="996295"/>
            <a:ext cx="2347163" cy="464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2473E5-113B-756B-A515-59CC61C8B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113" y="1659239"/>
            <a:ext cx="6801574" cy="693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B9005-A798-B7C2-2EAB-C1FED0B2B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113" y="2705902"/>
            <a:ext cx="5506141" cy="722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49D73E-85FD-CEB5-2F9D-DC05C507A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179" y="3558525"/>
            <a:ext cx="4869131" cy="69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B03A5-FBD9-A4D6-3305-D8C69A6E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463" y="123798"/>
            <a:ext cx="2110923" cy="609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D4F644-526C-B597-CB30-CC3402C0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75" y="632218"/>
            <a:ext cx="3684502" cy="1926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751E1-9A72-00A3-1C68-48482405D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641" y="733451"/>
            <a:ext cx="2800565" cy="396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BCFCED-B9AF-ADE2-EBC4-D93DBBDF7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39" y="981076"/>
            <a:ext cx="2721497" cy="16366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A8A99-F303-435E-67E8-851D00282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39" y="2772568"/>
            <a:ext cx="3122486" cy="1862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5E1293-19D4-0202-4A3B-6B272F0BB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89" y="4511906"/>
            <a:ext cx="6242272" cy="22335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32C550-8CEC-537F-48D2-C75559382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588" y="3429000"/>
            <a:ext cx="2796782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4847F-6435-9C2D-65C1-3417AAC6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577" y="97102"/>
            <a:ext cx="2714846" cy="656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79757-2381-ABAF-A9CA-A983107CA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0" y="910379"/>
            <a:ext cx="6661754" cy="4537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DE8E0-14EA-FCCF-B22B-A53E5F7B5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867" y="980915"/>
            <a:ext cx="3903483" cy="454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6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D8F60-FCBA-81D2-6725-13749232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580" y="0"/>
            <a:ext cx="5768840" cy="556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5FF578-524C-1DD4-E0FF-3D08A3E1F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120" y="655302"/>
            <a:ext cx="2699995" cy="678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1E02C-4213-B413-B9F1-75D30F815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353" y="1661098"/>
            <a:ext cx="6538603" cy="2566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1798E5-5C87-4709-6F85-841268E40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45" y="4554825"/>
            <a:ext cx="5425910" cy="1623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C8993B-68AD-697F-D311-CC934E6D8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45" y="4554825"/>
            <a:ext cx="426955" cy="28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Junaid Ahmad</cp:lastModifiedBy>
  <cp:revision>7</cp:revision>
  <dcterms:created xsi:type="dcterms:W3CDTF">2025-12-15T11:21:23Z</dcterms:created>
  <dcterms:modified xsi:type="dcterms:W3CDTF">2026-10-26T16:54:56Z</dcterms:modified>
</cp:coreProperties>
</file>